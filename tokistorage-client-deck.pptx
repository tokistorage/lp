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91440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kistorage-icon-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A962"/>
                </a:solidFill>
                <a:latin typeface="IPAPGothic"/>
              </a:rPr>
              <a:t>Timeless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IPAPGothic"/>
              </a:rPr>
              <a:t>100年後に、
何を残しますか。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BBCC"/>
                </a:solidFill>
                <a:latin typeface="IPAPGothic"/>
              </a:rPr>
              <a:t>AIがあらゆる問いに答える時代。
しかしこの問いだけは、あなた自身にしか答えられない。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549140"/>
            <a:ext cx="9144000" cy="2743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405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TokiStorage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6405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TokiStorage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6405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AIは「最適解」を出す。しかし「何を残すか」は決められない。意味の選択は、あなたにしかできない。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WHY THIS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IPAP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AIは答えを出す。しかし「問い」は立てられない。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PAPGothic"/>
              </a:rPr>
              <a:t>生成AIは調査・分析・戦略を瞬時に出力します。しかし「100年後に何を残すか」——この問いへの答えは、あなたの人生の文脈からしか生まれません。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IPAP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富の継承は解決済み。意味の継承は手つかず。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PAPGothic"/>
              </a:rPr>
              <a:t>相続設計、事業承継、資産運用——「何を渡すか」の仕組みは整っています。しかし「なぜそれを残すのか」という物語は、制度では設計できません。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05156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143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IPAP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463040"/>
            <a:ext cx="2331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存在証明は、未来への贈り物である。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240280"/>
            <a:ext cx="23317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IPAPGothic"/>
              </a:rPr>
              <a:t>あなたが残すものは、未来の誰かへの贈り物になります。家族に、地域に、まだ生まれていない世代に。「自分が確かに存在した」という証が、未来の誰かの支えになる。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あなたが買うのは「プロダクト」ではない。千年の視座を持つ人間との対話である。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OUR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863840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75438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千年の視座を持つ人間との対話から、
あなたの存在証明を設計します。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623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千年の問いとの対話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96312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「100年後に何を残すか」——心理学・宗教・経済・AI・宇宙まで9領域の思想フレームワークで向き合います。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1" y="1783080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856232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130552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存在証明のデザイン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2496312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あなたの物語・価値観・メッセージを構造化し、千年先まで届く「存在証明」として設計します。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石英ガラスへの刻印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サーバー・電源・制度に依存しない、1000年耐久（理論値）の記録媒体。スマホカメラだけで読み取り可能。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1" y="3172968"/>
            <a:ext cx="38221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32461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IPAP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3520440"/>
            <a:ext cx="3547871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継続的なキュレーション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886200"/>
            <a:ext cx="3547871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人生は一度で語りきれません。節目ごとに存在証明をアップデートし、千年アーカイブを育てます。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対話から始まり、千年に届く。4つのステップであなたの存在証明が形になる。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2344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24712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初回対話（90分）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074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「100年後に何を残したいか」を軸に、あなたの人生の物語を聴かせていただきます。この対話自体が、深い内省の機会になります。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216712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57400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存在証明の設計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13432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対話をもとに、何を・誰に・どんな形で残すかを設計します。テキスト、写真、音声、映像——最適なメディアを提案。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309981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09981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90088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コンテンツの制作・キュレーション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46120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設計に基づいて存在証明を制作。必要に応じてプロフェッショナルな撮影・収録・編集をコーディネート。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786384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" y="403250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032504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22776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93B"/>
                </a:solidFill>
                <a:latin typeface="IPAPGothic"/>
              </a:rPr>
              <a:t>石英ガラスへの刻印・納品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78808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完成した存在証明を石英ガラスに刻印し、QRコードとともにお届け。1000年先の誰かがあなたの物語に出会えます。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「残す」ことに意味を感じるすべての方へ——6つの領域で特に高い親和性がある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WHO THIS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8196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68196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経営者・創業者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会社を超えて残る、あなた自身の理念と物語を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4548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4548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家族の記録を残す方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家族の歴史、想い出、伝えたい言葉を千年先へ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1430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0900" y="125272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12527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69164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宗教者・文化人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01168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教え、作品、精神的遺産を制度に依存せず永続化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68196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68196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アーティスト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作品と創作の意図を、プラットフォームを超えて残す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4548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4548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地域・コミュニティ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まちの記憶、お祭り、方言、災害の教訓を未来に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26974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00900" y="2807208"/>
            <a:ext cx="384048" cy="38404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900" y="280720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IPAPGothic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246120"/>
            <a:ext cx="24597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教育者・研究者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566160"/>
            <a:ext cx="245973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知の系譜、発見の文脈、師弟の物語を永続的に記録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対話から生まれる、3つの具体的な成果物。千年先まで届く「かたち」をお届けします。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07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三層分散保管による存在証明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17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物理層（石英ガラス/ラミネート）・国家層（国立国会図書館 法定納本）・民間層（GitHub）。3-2-1ルールに完全準拠。単一障害点ゼロ。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solidFill>
            <a:srgbClr val="FD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デジタルコンパニオン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60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QRコードを読み取ると表示されるデジタルページ。テキスト、写真、音声、映像を含む、存在証明のリッチな体験版。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思想フレームワークレポート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03904"/>
            <a:ext cx="69494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あなたの存在証明を、70以上の思想エッセイの文脈に位置づけたレポート。「なぜ残すのか」の知的な裏付け。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体験プラン5,000円から——あなたに合ったかたちで始められます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INVESTMENT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0700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体験プラン — ¥5,000（税込）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17904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三層保管をA4ラミネートで体験。声のQRコード→ラミネート＋NDL納本＋GitHub格納。まずはここから。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93392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130552"/>
            <a:ext cx="45720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3055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個人プラン — ¥50,000（税込）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14016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石英ガラスに刻印。年あたり50円の存在証明。1000年耐久（理論値）。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9504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026664"/>
            <a:ext cx="457200" cy="457200"/>
          </a:xfrm>
          <a:prstGeom prst="rect">
            <a:avLst/>
          </a:prstGeom>
          <a:solidFill>
            <a:srgbClr val="FD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26664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99232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三世代プラン — ¥550,000（税込・推奨）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10128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家族3名分＋佐渡島での現地刻印体験。お墓・仏壇の代替として。最も選ばれるプラン。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85616"/>
            <a:ext cx="7863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922776"/>
            <a:ext cx="457200" cy="457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22776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IPAPGothic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895344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93B"/>
                </a:solidFill>
                <a:latin typeface="IPAPGothic"/>
              </a:rPr>
              <a:t>ボイスメモリアル — ¥5,550,000（税込）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06240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完全オーダーメイド。音声復元・専用デザイン・プレミアム体験のすべてを含む。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千年の視座であなたの物語に向き合う——対話のパートナーについて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IPAPGothic"/>
              </a:rPr>
              <a:t>YOUR PARTNER</a:t>
            </a:r>
          </a:p>
        </p:txBody>
      </p:sp>
      <p:pic>
        <p:nvPicPr>
          <p:cNvPr id="5" name="Picture 4" descr="_client_dec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4128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078992"/>
            <a:ext cx="6675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IPAPGothic"/>
              </a:rPr>
              <a:t>佐藤卓也 — TokiStorage 代表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44752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IPAPGothic"/>
              </a:rPr>
              <a:t>大手コンサルティングファームでの経験を経て、半導体製造装置のエンジニアリング20年超。タイムレスタウン新浦安（250世帯）の自治会長として「ゆりかごから墓場まで」のコミュニティ運営を経験。SoulCarrier活動で「記憶が消える恐怖」を目の当たりにし、TokiStorageを着想。マウイ・山中湖でのオフグリッド実証を経て、制度に依存しない千年設計の技術を完成。70以上の思想エッセイを執筆し、9つの知的領域から存在証明の意味を探究し続けてい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87752"/>
            <a:ext cx="102870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84582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元Big4ファーム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5628" y="2587752"/>
            <a:ext cx="150876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87068" y="2587752"/>
            <a:ext cx="13258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半導体エンジニアリング 20年+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4116" y="2587752"/>
            <a:ext cx="116586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5556" y="2587752"/>
            <a:ext cx="9829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自治会長（250世帯）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2587752"/>
            <a:ext cx="130302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587752"/>
            <a:ext cx="11201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SoulCarrier主宰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2452" y="2587752"/>
            <a:ext cx="116586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3892" y="2587752"/>
            <a:ext cx="9829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70+思想エッセイ執筆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587752"/>
            <a:ext cx="109728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587752"/>
            <a:ext cx="914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オフグリッド実証済み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109728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914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佐渡島に拠点設置予定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64208" y="3063240"/>
            <a:ext cx="1577339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55648" y="3063240"/>
            <a:ext cx="1394459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伊勢神宮 式年遷宮奉納（2026）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1275" y="3063240"/>
            <a:ext cx="1783080" cy="40233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2715" y="3063240"/>
            <a:ext cx="16002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IPAPGothic"/>
              </a:rPr>
              <a:t>比叡山延暦寺 不滅の法灯奉納（2026）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75304"/>
            <a:ext cx="7863840" cy="777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575304"/>
            <a:ext cx="54864" cy="77724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648456"/>
            <a:ext cx="7543800" cy="6309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293B"/>
                </a:solidFill>
                <a:latin typeface="IPAPGothic"/>
              </a:rPr>
              <a:t>愛犬パールのお墓とともに、家族でパールハーバーを訪れました。平和を願う声をTokiQRとして刻んだプレートを持って。そこで気がつきました——時を超えた願いは、愛や平和への想いに変容する。一人でも多くの方と分かち合いたい。TokiStorageをきっかけに、時を超えた変容をご一緒できれば幸いで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Consulting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PAPGothic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PAPGothic"/>
              </a:rPr>
              <a:t>まずは、お話しましょう。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17904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初回対話（90分・無料）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「100年後に何を残したいか」を一緒に考える、最初の90分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3113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存在証明の設計ご提案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23744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対話をもとに、あなただけのプランをお作りします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992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4436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制作・刻印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3697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存在証明を制作し、石英ガラスに永久に刻みます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124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1246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IPAP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PAPGothic"/>
              </a:rPr>
              <a:t>納品・キュレーション開始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5020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BBBCC"/>
                </a:solidFill>
                <a:latin typeface="IPAPGothic"/>
              </a:rPr>
              <a:t>お届けし、継続的なアップデートをサポートします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291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IPAPGothic"/>
              </a:rPr>
              <a:t>TokiStorage　佐藤卓也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13148"/>
            <a:ext cx="914400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405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TokiStorage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405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4058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IPAPGothic"/>
              </a:rPr>
              <a:t>Confidential /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IPAPGothic"/>
              </a:rPr>
              <a:t>本資料は、TokiStorage（佐藤卓也）がサービスご検討のために作成した資料です。
本資料に含まれる情報は、現時点における見解および計画に基づくものであり、その正確性、完全性、または将来の結果を保証するものではありません。
本資料は情報提供を目的としており、法的助言、投資助言、その他いかなる専門的助言を構成するものでもありません。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462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IPAPGothic"/>
              </a:rPr>
              <a:t>© 2026 TokiStorage / 佐藤卓也.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96028"/>
            <a:ext cx="9144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2142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TokiStorage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8214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21428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IPAP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