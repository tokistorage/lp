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サーバー・電源・制度に依存しない、1000年耐久（理論値）の記録媒体。スマホカメラだけで読み取り可能。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三層分散保管による存在証明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物理層（石英ガラス/ラミネート）・国家層（国立国会図書館 法定納本）・民間層（GitHub）。3-2-1ルールに完全準拠。単一障害点ゼロ。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対話を通じて、より深い存在証明を。タイムレスコンサルティングの料金体系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5029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754380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TokiQR（無料）・UVラミネートQR（¥5,000）・石英ガラス（¥50,000）はセルフサービスでもご利用いただけます。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01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三世代プラン — ¥550,000（税込・推奨）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12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家族3名分＋佐渡島での現地刻印体験。お墓・仏壇の代替として。最も選ばれるプラン。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3464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4436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タイムレス変容 — ¥5,550,000（税込）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25526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完全オーダーメイド。音声復元・専用デザイン・プレミアム体験のすべてを含む。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TokiStorage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佐渡島に拠点設置予定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64208" y="3063240"/>
            <a:ext cx="15773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648" y="3063240"/>
            <a:ext cx="1394459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伊勢神宮 式年遷宮奉納（2026）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1275" y="3063240"/>
            <a:ext cx="17830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2715" y="3063240"/>
            <a:ext cx="16002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比叡山延暦寺 不滅の法灯奉納（2026）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Toki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TokiStorage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本資料は、TokiStorage（佐藤卓也）がサービスご検討のために作成した資料です。
本資料に含まれる情報は、現時点における見解および計画に基づくものであり、その正確性、完全性、または将来の結果を保証するものではありません。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TokiStorage / 佐藤卓也.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