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未来の自分は、
今のあなたに何を言いますか。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
その言葉を三層に永続化することで、ブレない軸が生まれます。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AIが答えられない、ただひとつの問い──未来の自分の声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AIは「最適解」を出す。しかし「あなたの軸」は決められない。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生成AIは調査・分析・戦略を瞬時に出力します。しかし「未来の自分は今の自分に何を言うか」——この問いへの答えは、あなたの人生の文脈からしか生まれません。最適化ではなく、軸の選択です。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目標は消えるから、ブレる。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手帳に書いた抱負は年末に忘れている。デジタルのメモは通知の洪水に埋もれる。人が軸を保てないのは、意志が弱いからではない。言葉が消えるからです。消えない形で刻まれた言葉だけが、軸として機能し続け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「未来の自分」は、脳にとって他人である。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心理学者ハーシュフィールドのfMRI研究によれば、「未来の自分」は脳の活動パターンにおいて「他人」と同じように処理されます。しかし「千年残る」という重みが、未来の自分の臨場感を引き上げる。永続記録の不可逆性が、未来の自分を「他人」から「自分」に引き戻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あなたが買うのは「プロダクト」ではありません。未来の自分と出会うための対話です。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未来の自分の声を聴き、
ブレない軸を永続化する。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未来の自分との対話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「未来の自分は、今の自分に何を言うか」——この問いに、9領域の思想フレームワークで向き合います。浮かんだ言葉は、あなただけのものです。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軸の言語化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対話から浮かんだ言葉を、あなたの人生の物語・価値観とともに構造化。「ブレない軸」として言語化し、千年先まで届く形に設計します。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ブレない軸の永続化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言語化された軸を、消えない形で刻む。千年残るという重みが不可逆の約束になる。消える言葉では軸にならない。トキストレージだからこそ成立する、自己変容の装置。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三層分散保管への格納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あなたの軸と存在証明を三層に分散保管。物理層（石英ガラス）、国家層（国立国会図書館）、民間層（GitHub）──単一障害点のない構造で、千年先まで届けます。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対話から始まり、三層の分散保管で千年に届く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「未来の自分は、今の自分に何を言うか」を軸に、あなたの人生の物語を聴かせていただきます。この対話自体が、多くの方にとって深い内省の機会になります。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ブレない軸の言語化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未来の自分を想像し、その視座から今の自分への言葉を紡ぎます。存在証明の構造設計と同時に、あなたの「ブレない軸」を言葉にするプロセスです。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設計に基づいて、あなたの存在証明を制作します。必要に応じて、プロフェッショナルな撮影・収録・編集をコーディネート。あなたの物語と軸を最高の形に仕上げます。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三層分散保管・納品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存在証明とブレない軸を三層に格納。石英ガラスへの刻印（物理層）、国立国会図書館への納本（国家層）、GitHubへの分散保管（民間層）。QRコードを読み取るたびに、未来の自分があなたに語りかけます。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ブレない軸を必要としている、すべての方へ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事業の浮き沈みに揺れない、自分自身の理念を軸として永続化したい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人生の転機にいる方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転職、独立、退職——次の一歩を踏み出す前に、ブレない軸を言語化したい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家族に軸を残したい方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子や孫に伝えたいのは財産ではなく、生き方の軸。消えない形で届けたい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アーティスト・クリエイター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創作の原点を見失わないために、自分の軸をプラットフォームに依存せず刻みたい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宗教者・教育者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教えの本質を、自分がいなくなっても消えない形で次の世代に手渡したい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まちの精神、災害の教訓、創設の志──組織の軸を人の寿命から解放したい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対話から生まれ、三層に分散保管される具体的な成果物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三層分散保管による存在証明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物理層（石英ガラス/ラミネート）・国家層（国立国会図書館 法定納本）・民間層（GitHub）。3-2-1ルールに完全準拠。単一障害点ゼロ。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未来の自分からの言葉──ブレない軸の永続化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「千年残る」という重みが、未来の自分の臨場感を引き上げる。その未来の自分から今のあなたへ投げかけられた言葉を、三層に永続化する。消えないからこそ、ブレない軸になる。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あなたの存在証明を、70以上の思想エッセイの文脈に位置づけたレポート。「なぜ残すのか」の知的な裏付けを提供します。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未来の自分からの言葉を、どこまで深く刻むか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体験プラン — ¥5,000（税込）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「未来の自分は何を言うか」──その最初の一言を声で刻み、三層に格納する体験。A4ラミネート＋国立国会図書館納本＋GitHub。まだ軸が見えなくても、ここから始まります。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93392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103120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個人プラン — ¥50,000（税込）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1401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対話から生まれたブレない軸を、石英ガラスに刻む。千年残る不可逆の約束が、日常の中で軸として機能し続ける。年あたり50円の自己変容装置。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89504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9232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三世代プラン — ¥550,000（税込・推奨）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31012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三世代先の子孫から今の自分に投げかける言葉を刻む。その言葉を受け取った瞬間、未来世代への責任が自覚になる。お墓や仏壇は風化するが、軸は消えない。世代を超えて対話が続く。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85616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95344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ボイスメモリアル — ¥5,550,000（税込）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声そのものを千年先に届ける。音声復元技術を含む完全オーダーメイド。未来の子孫がQRコードを読み取ったとき、あなたの肉声が語りかける。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TokiStorage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3716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11887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佐渡島移住予定（2026春）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38528" y="3063240"/>
            <a:ext cx="15773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29968" y="3063240"/>
            <a:ext cx="1394459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伊勢神宮 式年遷宮奉納（2026）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25595" y="3063240"/>
            <a:ext cx="17830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7035" y="3063240"/>
            <a:ext cx="16002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比叡山延暦寺 不滅の法灯奉納（2026）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「未来の自分は今の自分に何を言うか」を一緒に探る、最初の90分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ブレない軸の言語化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未来の自分の視座から、今の自分への言葉を紡ぎます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制作・三層分散保管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存在証明とブレない軸を、物理・国家・民間の三層に格納します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QRコードを読み取るたびに、未来の自分が語りかけます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TokiStorage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本資料は、TokiStorage（佐藤卓也）がサービスご検討のために作成した資料です。
本資料に含まれる情報は、現時点における見解および計画に基づくものであり、その正確性、完全性、または将来の結果を保証するものではありません。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TokiStorage / 佐藤卓也.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