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サーバー・電源・制度に依存しない、1000年保証の記録媒体。スマホカメラだけで読み取り可能。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石英ガラスの存在証明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あなたの物語が刻まれた石英ガラス。サーバー・電源不要、1000年保証。スマートフォンのカメラで読み取り可能なQRコード付き。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TokiStorage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3716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11887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佐渡島移住予定（2026春）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TokiStorage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本資料は、TokiStorage（佐藤卓也）がサービスご検討のために作成した資料です。
本資料に含まれる情報は、現時点における見解および計画に基づくものであり、その正確性、完全性、または将来の結果を保証するものではありません。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TokiStorage / 佐藤卓也.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