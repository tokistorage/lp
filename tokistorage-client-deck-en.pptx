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Calibri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will you preserve
for 100 years?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In an age where AI answers every question,
this is the one only you can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AI generates optimal answers. But it cannot decide what to preserve. The choice of meaning belongs to you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AI produces answers. It cannot frame the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Generative AI produces research, analysis, and strategy in seconds. Yet "What will you preserve for 100 years?" can only be answered from the context of your own life.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Wealth transfer is solved. Meaning transfer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Estate planning, business succession, asset management—the infrastructure for transferring what you own is mature. But the story of why you leave it cannot be designed by institutions.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is a gift to the future.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What you leave behind becomes a gift to someone in the future. To your family, your community, generations not yet born. The knowledge that someone was truly here becomes an anchor.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you're buying is not a product. It's dialogue with a person who holds a millennium perspective.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From dialogue with a millennium perspective,
we design your proof of existence.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Dialogue with the millennium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"What will you preserve for 100 years?" — approached through 9 intellectual domains: psychology, religion, economics, AI, and space.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life story, values, and messages structured into a "proof of existence" designed to reach a millennium into the future.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inscription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 servers, no power, no institutional dependency. Guaranteed for 1,000 years. Readable with any smartphone camera.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Ongoing curation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life cannot be told in a single sitting. At each milestone, we update your proof of existence and grow your archive.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From dialogue to a millennium. Four steps to give your proof of existence tangible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Initial Dialogue (90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Centered on "What do you want to preserve for 100 years?", we listen to the story of your life. For many, this dialogue becomes a profound moment of reflection.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Based on our dialogue, we design what to preserve, for whom, in what form. Text, photos, audio, video — the optimal media and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Content Creation &amp; Curation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produce your proof of existence. Where needed, we coordinate professional photography, recording, and editing.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Inscription &amp;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 with a QR code. A smartphone camera is all it takes for someone 1,000 years from now to encounter your 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 anyone who finds meaning in leaving something behind — six high-affinity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Founders &amp; CEOs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philosophy and story, beyond the company you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Family Legacy Seekers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Family history, memories, words to pass on for a millennium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&amp; Cultural 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Teachings, works, spiritual heritage beyond institutions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Artists &amp; Creators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work and creative intent, beyond any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Communities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Town memories, festivals, dialects, disaster lessons for the 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Educators &amp; Researchers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Intellectual lineage, discovery context, mentor-student narratives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tangible outcomes from a meaningful dialogue. Forms that reach a millennium.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Three-Layer Distributed Proof of 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Physical (quartz glass/laminate), National (National Diet Library legal deposit), Private (GitHub). Fully 3-2-1 compliant. Zero single points of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Digital Companion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digital page accessed via QR code scan. A rich experience including text, photos, audio, and video of your proof of existence.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Philosophical Framework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report placing your proof of existence in the context of 100+ philosophical essays. Intellectual grounding for "why preserve."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 deeper proof of existence through dialogue. Timeless Consulting pricing.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7543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TokiQR (free), UV Laminate QR (¥5,000), and Quartz Glass (¥50,000) are also available as self-service.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01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Three-Generation — ¥550,000 ($3,600, recommended)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12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Three family members + on-site inscription on Sado Island. An alternative to traditional graves.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Timeless Transformation — ¥5,550,000 ($36,500)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55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Fully bespoke. Voice restoration, custom design, and the complete premium experience.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person who engages your story with a millennium perspective — your dialogue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Former Big Four consultant — understands executive dialogue and strategic thinking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 Author of 100+ philosophical essays exploring proof of existence across 9 intellectual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4401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2573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07108" y="2651760"/>
            <a:ext cx="26746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8548" y="2651760"/>
            <a:ext cx="249174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91456" y="2651760"/>
            <a:ext cx="2880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651760"/>
            <a:ext cx="26974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7145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5316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428" y="3035808"/>
            <a:ext cx="21259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2868" y="3035808"/>
            <a:ext cx="19431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100+ philosophical essays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7136" y="3035808"/>
            <a:ext cx="16459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8576" y="3035808"/>
            <a:ext cx="146303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Establishing base on Sado Island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72968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4408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Ise Grand Shrine offering (2026)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03904"/>
            <a:ext cx="31546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03904"/>
            <a:ext cx="2971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Enryaku-ji Eternal Light offering (2026)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Let's start with a conversation.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Initial Dialogue (90 min, complimentary)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Explore "What will you preserve for 100 years?"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A personalized proof of existence plan based on our dialogue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Creation &amp; Inscription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Produce and permanently inscribe in quartz glass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Delivery &amp; Curation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Receive your artifact and begin ongoing curation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This document has been prepared by TokiStorage (Takuya Sato) for the purpose of introducing our consulting services.
The information contained herein reflects current views and plans and does not constitute a guarantee of accuracy, completeness, or future outcomes.
This document is provided for informational purposes only and does not constitute legal, investment, or other professional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© 2026 TokiStorage / Takuya Sato.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