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71900"/>
            <a:ext cx="91440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9A962"/>
                </a:solidFill>
                <a:latin typeface="Calibri"/>
              </a:rPr>
              <a:t>Timeless Consulting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7315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What will you preserve
for 100 years?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6400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BBBCC"/>
                </a:solidFill>
                <a:latin typeface="Calibri"/>
              </a:rPr>
              <a:t>In an age where AI answers every question,
this is the one only you can answer.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49140"/>
            <a:ext cx="9144000" cy="27432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64058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6405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AI generates optimal answers. But it cannot decide what to preserve. The choice of meaning belongs to you alone.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WHY THIS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AI produces answers. It cannot frame the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Generative AI produces research, analysis, and strategy in seconds. Yet "What will you preserve for 100 years?" can only be answered from the context of your own life.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Wealth transfer is solved. Meaning transfer is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Estate planning, business succession, asset management—the infrastructure for transferring what you own is mature. But the story of why you leave it cannot be designed by institutions.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Proof of existence is a gift to the future.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What you leave behind becomes a gift to someone in the future. To your family, your community, generations not yet born. The knowledge that someone was truly here becomes an anchor.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What you're buying is not a product. It's dialogue with a person who holds a millennium perspective.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OUR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7863840" cy="6858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75438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From dialogue with a millennium perspective,
we design your proof of existence.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Dialogue with the millennium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"What will you preserve for 100 years?" — approached through 9 intellectual domains: psychology, religion, economics, AI, and space.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1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Proof of existence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Your life story, values, and messages structured into a "proof of existence" designed to reach a millennium into the future.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Quartz glass inscription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No servers, no power, no institutional dependency. Guaranteed for 1,000 years. Readable with any smartphone camera.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7991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Ongoing curation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1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A life cannot be told in a single sitting. At each milestone, we update your proof of existence and grow your archive.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From dialogue to a millennium. Four steps to give your proof of existence tangible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21792" y="12344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124712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Initial Dialogue (90 min)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074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Centered on "What do you want to preserve for 100 years?", we listen to the story of your life. For many, this dialogue becomes a profound moment of reflection.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84248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216712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167128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5740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Proof of Existence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313432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Based on our dialogue, we design what to preserve, for whom, in what form. Text, photos, audio, video — the optimal media and structure.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30998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09981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99008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Content Creation &amp; Curation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246120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We produce your proof of existence. Where needed, we coordinate professional photography, recording, and editing.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" y="403250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03250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92277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Quartz Glass Inscription &amp;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178808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Inscribed on quartz glass with a QR code. A smartphone camera is all it takes for someone 1,000 years from now to encounter your story.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For anyone who finds meaning in leaving something behind — six high-affinity audiences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WHO THIS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8196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68196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Founders &amp; CEOs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Your philosophy and story, beyond the company you built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4548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4548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Family Legacy Seekers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Family history, memories, words to pass on for a millennium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00900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900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3056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Religious &amp; Cultural Leaders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Teachings, works, spiritual heritage beyond institutions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68196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68196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Artists &amp; Creators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Your work and creative intent, beyond any platform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3552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84548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6704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Communities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Town memories, festivals, dialects, disaster lessons for the future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9904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00900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0900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Educators &amp; Researchers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Intellectual lineage, discovery context, mentor-student narratives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Three tangible outcomes from a meaningful dialogue. Forms that reach a millennium.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Quartz Glass Proof of Existence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Your story inscribed in quartz glass. No servers, no power needed. Guaranteed for 1,000 years. QR code readable by any smartphone.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50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Digital Companion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60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A digital page accessed via QR code scan. A rich experience including text, photos, audio, and video of your proof of existence.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93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Philosophical Framework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803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A report placing your proof of existence in the context of 70+ philosophical essays. Intellectual grounding for "why preserve."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person who engages your story with a millennium perspective — your dialogue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YOUR PARTNER</a:t>
            </a:r>
          </a:p>
        </p:txBody>
      </p:sp>
      <p:pic>
        <p:nvPicPr>
          <p:cNvPr id="5" name="Picture 4" descr="_client_dec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24128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1078992"/>
            <a:ext cx="6675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Takuya Sato — Founder, TokiStorage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44752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Former Big Four consultant — understands executive dialogue and strategic thinking from the inside. 20+ years in semiconductor manufacturing engineering. Former president of Timeless Town Shin-Urayasu residents' association (250 households). Through SoulCarrier's work with unclaimed graves, witnessed firsthand how memories vanish — and conceived TokiStorage. Validated off-grid, institution-free 1,000-year design through testing in Maui and Lake Yamanakako. Author of 70+ philosophical essays exploring proof of existence across 9 intellectual domains.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14401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12573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Big Four Alumni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07108" y="2651760"/>
            <a:ext cx="26746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98548" y="2651760"/>
            <a:ext cx="249174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Semiconductor engineering 20+ yrs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91456" y="2651760"/>
            <a:ext cx="2880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82896" y="2651760"/>
            <a:ext cx="26974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Community president (250 households)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7145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35808"/>
            <a:ext cx="153162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SoulCarrier founder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1428" y="3035808"/>
            <a:ext cx="20574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2868" y="3035808"/>
            <a:ext cx="187452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70+ philosophical essays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48556" y="3035808"/>
            <a:ext cx="1645919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9996" y="3035808"/>
            <a:ext cx="146303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Off-grid validated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19856"/>
            <a:ext cx="30861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419856"/>
            <a:ext cx="290322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Relocating to Sado Island (Spring 2026)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931920"/>
            <a:ext cx="7863840" cy="77266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54864" cy="772668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005072"/>
            <a:ext cx="7543800" cy="62636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I visited Pearl Harbor with my family, carrying a plate inscribed with a voice QR code of our prayers for peace—alongside the remains of our beloved dog, Pearl. That's when it hit me: wishes that transcend time transform into something greater—love, peace, hope. I want to share that transformation with as many people as possible. Through TokiStorage, I hope to walk that journey across time together with you.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Let's start with a conversation.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1790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Initial Dialogue (90 min, complimentary)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Explore "What will you preserve for 100 years?" together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113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Design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2374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A personalized proof of existence plan based on our dialogue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4436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Creation &amp; Inscription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3697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Produce and permanently inscribe in quartz glass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71246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12464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5760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Delivery &amp; Curation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5020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Receive your artifact and begin ongoing curation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291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Takuya Sato — Founder, TokiStorage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4613148"/>
            <a:ext cx="9144000" cy="635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40580"/>
            <a:ext cx="3657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640580"/>
            <a:ext cx="457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Calibri"/>
              </a:rPr>
              <a:t>Confidential /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7315200" cy="2560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This document has been prepared by TokiStorage (Takuya Sato) for the purpose of introducing our consulting services.
The information contained herein reflects current views and plans and does not constitute a guarantee of accuracy, completeness, or future outcomes.
This document is provided for informational purposes only and does not constitute legal, investment, or other professional advice.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4622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© 2026 TokiStorage / Takuya Sato. All rights reserved.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