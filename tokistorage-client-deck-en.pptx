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kistorage-icon-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A962"/>
                </a:solidFill>
                <a:latin typeface="Calibri"/>
              </a:rPr>
              <a:t>Timeless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will you preserve
for 100 years?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BBCC"/>
                </a:solidFill>
                <a:latin typeface="Calibri"/>
              </a:rPr>
              <a:t>In an age where AI answers every question,
this is the one only you can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549140"/>
            <a:ext cx="9144000" cy="2743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6405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TokiStorage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6405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TokiStorage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6405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AI generates optimal answers. But it cannot decide what to preserve. The choice of meaning belongs to you alone.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WHY THIS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AI produces answers. It cannot frame the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Generative AI produces research, analysis, and strategy in seconds. Yet "What will you preserve for 100 years?" can only be answered from the context of your own life.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Wealth transfer is solved. Meaning transfer is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Estate planning, business succession, asset management—the infrastructure for transferring what you own is mature. But the story of why you leave it cannot be designed by institutions.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Proof of existence is a gift to the future.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What you leave behind becomes a gift to someone in the future. To your family, your community, generations not yet born. The knowledge that someone was truly here becomes an anchor.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Timeless Consulting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you're buying is not a product. It's dialogue with a person who holds a millennium perspective.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OUR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86384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75438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From dialogue with a millennium perspective,
we design your proof of existence.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623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Dialogue with the millennium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96312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"What will you preserve for 100 years?" — approached through 9 intellectual domains: psychology, religion, economics, AI, and 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1" y="1783080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85623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130552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Proof of existence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2496312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Your life story, values, and messages structured into a "proof of existence" designed to reach a millennium into the future.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461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Quartz glass inscription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No servers, no power, no institutional dependency. Guaranteed for 1,000 years. Readable with any smartphone camera.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1" y="3172968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32461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3520440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Ongoing curation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3886200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 life cannot be told in a single sitting. At each milestone, we update your proof of existence and grow your archive.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Timeless Consulting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From dialogue to a millennium. Four steps to give your proof of existence tangible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2344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24712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Initial Dialogue (90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074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Centered on "What do you want to preserve for 100 years?", we listen to the story of your life. For many, this dialogue becomes a profound moment of reflection.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216712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57400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Proof of Existence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13432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Based on our dialogue, we design what to preserve, for whom, in what form. Text, photos, audio, video — the optimal media and 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309981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09981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90088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Content Creation &amp; Curation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46120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We produce your proof of existence. Where needed, we coordinate professional photography, recording, and editing.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792" y="403250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032504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22776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Quartz Glass Inscription &amp;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78808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Inscribed on quartz glass with a QR code. A smartphone camera is all it takes for someone 1,000 years from now to encounter your story.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Timeless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 anyone who finds meaning in leaving something behind — six high-affinity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WHO THIS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8196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68196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Founders &amp; CEOs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Your philosophy and story, beyond the company you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4548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4548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Family Legacy Seekers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Family history, memories, words to pass on for a millennium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0900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Religious &amp; Cultural Leaders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Teachings, works, spiritual heritage beyond institutions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68196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68196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Artists &amp; Creators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Your work and creative intent, beyond any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4548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4548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Communities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Town memories, festivals, dialects, disaster lessons for the future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9904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00900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900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Educators &amp; Researchers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Intellectual lineage, discovery context, mentor-student narratives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Timeless Consulting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Three tangible outcomes from a meaningful dialogue. Forms that reach a millennium.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07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Three-Layer Distributed Proof of Existence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17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Physical (quartz glass/laminate), National (National Diet Library legal deposit), Private (GitHub). Fully 3-2-1 compliant. Zero single points of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solidFill>
            <a:srgbClr val="FD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Digital Companion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60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 digital page accessed via QR code scan. A rich experience including text, photos, audio, and video of your proof of existence.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Philosophical Framework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03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 report placing your proof of existence in the context of 70+ philosophical essays. Intellectual grounding for "why preserve."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Timeless Consulting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Starting from ¥5,000 ($33) — begin in whatever way feels right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INVESTMENT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863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07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Trial Plan — ¥5,000 ($33)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17904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Experience three-layer storage with A4 laminate. TokiQR → laminate + NDL deposit + GitHub. Start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93392"/>
            <a:ext cx="7863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130552"/>
            <a:ext cx="45720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055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Individual Plan — ¥50,000 ($330)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14016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Inscribed on quartz glass. ¥50 per year for proof of existence. 1,000-year durability (theoretical).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9504"/>
            <a:ext cx="7863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026664"/>
            <a:ext cx="457200" cy="457200"/>
          </a:xfrm>
          <a:prstGeom prst="rect">
            <a:avLst/>
          </a:prstGeom>
          <a:solidFill>
            <a:srgbClr val="FD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26664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99232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Three-Generation — ¥550,000 ($3,600, recommended)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310128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Three family members + on-site inscription on Sado Island. An alternative to traditional graves.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85616"/>
            <a:ext cx="7863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922776"/>
            <a:ext cx="457200" cy="457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2277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895344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Voice Memorial — ¥5,550,000 ($36,500)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06240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Fully bespoke. Voice restoration, custom design, and the complete premium experience.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Timeless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person who engages your story with a millennium perspective — your dialogue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YOUR PARTNER</a:t>
            </a:r>
          </a:p>
        </p:txBody>
      </p:sp>
      <p:pic>
        <p:nvPicPr>
          <p:cNvPr id="5" name="Picture 4" descr="_client_dec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4128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078992"/>
            <a:ext cx="6675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Takuya Sato — Founder, TokiStorage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44752"/>
            <a:ext cx="6675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Former Big Four consultant — understands executive dialogue and strategic thinking from the inside. 20+ years in semiconductor manufacturing engineering. Former president of Timeless Town Shin-Urayasu residents' association (250 households). Through SoulCarrier's work with unclaimed graves, witnessed firsthand how memories vanish — and conceived TokiStorage. Validated off-grid, institution-free 1,000-year design through testing in Maui and Lake Yamanakako. Author of 70+ philosophical essays exploring proof of existence across 9 intellectual domains.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14401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2573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Big Four Alumni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7108" y="2651760"/>
            <a:ext cx="26746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8548" y="2651760"/>
            <a:ext cx="24917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Semiconductor engineering 20+ yrs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1456" y="2651760"/>
            <a:ext cx="2880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651760"/>
            <a:ext cx="2697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Community president (250 households)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171450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15316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SoulCarrier founder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1428" y="3035808"/>
            <a:ext cx="205740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2868" y="3035808"/>
            <a:ext cx="18745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70+ philosophical essays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8556" y="3035808"/>
            <a:ext cx="1645919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9996" y="3035808"/>
            <a:ext cx="146303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Off-grid validated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19856"/>
            <a:ext cx="26060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19856"/>
            <a:ext cx="2423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Establishing base on Sado Island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72968" y="3419856"/>
            <a:ext cx="26060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3419856"/>
            <a:ext cx="2423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Ise Grand Shrine offering (2026)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03904"/>
            <a:ext cx="31546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03904"/>
            <a:ext cx="29718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Enryaku-ji Eternal Light offering (2026)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Timeless Consulting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Let's start with a conversation.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17904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Initial Dialogue (90 min, complimentary)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Calibri"/>
              </a:rPr>
              <a:t>Explore "What will you preserve for 100 years?"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3113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Design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23744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Calibri"/>
              </a:rPr>
              <a:t>A personalized proof of existence plan based on our dialogue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992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4436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Creation &amp; Inscription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3697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Calibri"/>
              </a:rPr>
              <a:t>Produce and permanently inscribe in quartz glass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124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1246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576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Delivery &amp; Curation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5020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Calibri"/>
              </a:rPr>
              <a:t>Receive your artifact and begin ongoing curation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291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Takuya Sato — Founder, TokiStorage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13148"/>
            <a:ext cx="914400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405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TokiStorage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6405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4058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Confidential /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This document has been prepared by TokiStorage (Takuya Sato) for the purpose of introducing our consulting services.
The information contained herein reflects current views and plans and does not constitute a guarantee of accuracy, completeness, or future outcomes.
This document is provided for informational purposes only and does not constitute legal, investment, or other professional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462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© 2026 TokiStorage / Takuya Sato.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TokiStorage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