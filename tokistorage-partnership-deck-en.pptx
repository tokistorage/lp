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Fully compliant with the 3-2-1 backup rule. Zero single points of failure.</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Starting from ¥5,000 ($33) — an exceptionally low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Trial Plan</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 ($33)</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Experience three-layer storage with A4 laminate. TokiQR → laminate + NDL deposit + GitHub.</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Individual Plan</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¥50,000 ($330)</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¥50 per year. 1,000-year durability (theoretical).</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Three-Generation</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¥550,000 ($3,600)</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Three family members + on-site inscription on Sado Island. Recommended.</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Timeless Transformation</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¥5,550,000 ($36,500)</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Fully bespoke. Voice restoration, custom design, premium experience.</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Institutional Design</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sophisticated design that leverages the architecture of legal systems"</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Cost Performance</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"An annual cost of ¥50 is extraordinary value"</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260604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42316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Establishing base on Sado Island</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