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Calibri"/>
              </a:rPr>
              <a:t>Bring your clients
1,000-year proof of existence.</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Calibri"/>
              </a:rPr>
              <a:t>The technology is ready. Over 200 use cases mapped.
What's missing is the delivery network.</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Calibri"/>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rise of AI and Big Tech demands consulting firms find questions that resist commoditization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AI is transforming consulting</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Generative AI is rapidly commoditizing research, analysis, and strategy frameworks. Value models built on information asymmetry face structural disruption.</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Differentiation is shrinking</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Industry analysis, benchmarks, digital transformation—every firm converges on similar proposals with similar tools. The differentiator is shifting from what to propose to what questions to ask.</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Calibri"/>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The millennium question</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Calibri"/>
              </a:rPr>
              <a:t>"What will you preserve for 1,000 years?"—a question AI cannot generate. It touches clients' fundamental needs and creates proposals structurally immune to commoditization.</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delivers technology, use cases, intellectual foundation, and distribution as a unified design philosophy</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Quartz glass recording</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QR codes inscribed via metal deposition. Zero servers, zero power. SLA 100%, guaranteed 1,000 years. Readable by any smartphone camera.</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200+ use cases (organized by industry)</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End-of-life, weddings, temples, schools, corporations, municipalities, NGOs, hotels, airlines. Ready for direct proposal integration.</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70+ philosophical essays (9 domains)</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Proof of existence explored across psychology, religion, economics, AI, and space. Standalone intellectual content for client proposals.</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Calibri"/>
              </a:rPr>
              <a:t>Pearl Soap + Ambassador network</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A gift-economy practice and decentralized workshop network ready to scale nationwide. Direct end-user touchpoint.</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TokiStorage is not a "competitor" to digital services — it is a complementary millennium layer</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Digital services (everyday records)</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Calibri"/>
              </a:rPr>
              <a:t>TokiStorage (millennium records)</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Medium</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Cloud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Quartz glass (physical)</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Best horizon</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Now to decades (optimized for daily use)</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100–1,000 years (optimized for permanence)</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Infrastructure</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Servers &amp; power (source of convenience)</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None required (GitHub distributed)</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Reading</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App / login required</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Any smartphone camera</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Cultural depth</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Functionality &amp; convenience at the core</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70+ essays + gift economy practice</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Calibri"/>
              </a:rPr>
              <a:t>Social impact</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Calibri"/>
              </a:rPr>
              <a:t>Platform-level contribution</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Calibri"/>
              </a:rPr>
              <a:t>SoulCarrier (unclaimed graves mission)</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Three partnership models tailored to your business model, with progressive escalation possible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Referral</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A. Client Referral Partnership</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Introduce clients when TokiStorage fits. You receive a referral fee; we handle delivery end-to-end.</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End-of-life consulting → offer proof of existence / Funeral DX → add memorial option</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Joint</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B. Joint Solution Partnership</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Embed TokiStorage into your consulting engagements. Position millennium records as the "outcome layer" of ESG, revitalization, or DX projects.</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Municipal DX → community archive / Hotel CX → guest record upgrade</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Calibri"/>
              </a:rPr>
              <a:t>Co-Create</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C. New Business Co-Creation</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Launch a new venture together. We bring technology, philosophy, and use cases. You bring market access, credibility, and scale.</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Calibri"/>
              </a:rPr>
              <a:t>E.g.: Memorial-tech startup / Enterprise perpetual archive service</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Revenue design ensures all three parties — client, partner, and TokiStorage — win</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Calibri"/>
              </a:rPr>
              <a:t>Client</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1,000-year proof of existence
Tangible social meaning</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Calibri"/>
              </a:rPr>
              <a:t>Partner (you)</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Referral fee or joint revenue
Client LTV increase</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Calibri"/>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Calibri"/>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Calibri"/>
              </a:rPr>
              <a:t>Technology &amp; delivery
Revenue → SoulCarrier mission</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Calibri"/>
              </a:rPr>
              <a:t>Early Partner Advantage</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We are approaching consulting firms sequentially. The first firm to partner receives preferential terms — including priority referral conditions and potential regional exclusivity. Early movers shape the partnership.</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Six client sectors show particularly high affinity: funeral, hospitality, religious, government, ESG, and finance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Calibri"/>
              </a:rPr>
              <a:t>Does your client portfolio include any of these sectors?</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Funeral &amp; Memorial</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Gravestone alternatives, digital perpetual care, bereavement services</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Hospitality</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Wedding records, hotel CX, anniversary services</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Religious Institutions</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Perpetual congregation records, visitor DX, cultural preservation</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Government &amp; Education</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Community archives, disaster records, school history</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ESG &amp; Sustainability</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1,000-year corporate purpose records, SDG impact proof</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Calibri"/>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Calibri"/>
              </a:rPr>
              <a:t>Finance &amp; Insurance</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Calibri"/>
              </a:rPr>
              <a:t>End-of-life service integration, digital estate</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Calibri"/>
              </a:rPr>
              <a:t>The founder is a Big Four alumnus who designed the partnership model with full awareness of firm compliance</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Calibri"/>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Calibri"/>
              </a:rPr>
              <a:t>Takuya Sato — Founder, TokiStorage</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Former Big Four consultant — understands firm culture, client engagement, and project design from the inside. 20+ years in semiconductor manufacturing engineering. Former president of Timeless Town Shin-Urayasu residents' association (250 households). Through SoulCarrier's work with unclaimed graves, witnessed firsthand how memories vanish — and conceived TokiStorage. Validated off-grid, institution-free 1,000-year design through testing in Maui and Lake Yamanakako.</a:t>
            </a:r>
          </a:p>
        </p:txBody>
      </p:sp>
      <p:sp>
        <p:nvSpPr>
          <p:cNvPr id="8" name="Rectangle 7"/>
          <p:cNvSpPr/>
          <p:nvPr/>
        </p:nvSpPr>
        <p:spPr>
          <a:xfrm>
            <a:off x="457200" y="2807208"/>
            <a:ext cx="14401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807208"/>
            <a:ext cx="12573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Big Four Alumni</a:t>
            </a:r>
          </a:p>
        </p:txBody>
      </p:sp>
      <p:sp>
        <p:nvSpPr>
          <p:cNvPr id="10" name="Rectangle 9"/>
          <p:cNvSpPr/>
          <p:nvPr/>
        </p:nvSpPr>
        <p:spPr>
          <a:xfrm>
            <a:off x="2007108" y="2807208"/>
            <a:ext cx="26746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98548" y="2807208"/>
            <a:ext cx="24917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Semiconductor engineering 20+ yrs</a:t>
            </a:r>
          </a:p>
        </p:txBody>
      </p:sp>
      <p:sp>
        <p:nvSpPr>
          <p:cNvPr id="12" name="Rectangle 11"/>
          <p:cNvSpPr/>
          <p:nvPr/>
        </p:nvSpPr>
        <p:spPr>
          <a:xfrm>
            <a:off x="4791456" y="2807208"/>
            <a:ext cx="28803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82896" y="2807208"/>
            <a:ext cx="26974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Community president (250 households)</a:t>
            </a:r>
          </a:p>
        </p:txBody>
      </p:sp>
      <p:sp>
        <p:nvSpPr>
          <p:cNvPr id="14" name="Rectangle 13"/>
          <p:cNvSpPr/>
          <p:nvPr/>
        </p:nvSpPr>
        <p:spPr>
          <a:xfrm>
            <a:off x="457200" y="3282696"/>
            <a:ext cx="17145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82696"/>
            <a:ext cx="15316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SoulCarrier founder</a:t>
            </a:r>
          </a:p>
        </p:txBody>
      </p:sp>
      <p:sp>
        <p:nvSpPr>
          <p:cNvPr id="16" name="Rectangle 15"/>
          <p:cNvSpPr/>
          <p:nvPr/>
        </p:nvSpPr>
        <p:spPr>
          <a:xfrm>
            <a:off x="2281428" y="3282696"/>
            <a:ext cx="1645919"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2868" y="3282696"/>
            <a:ext cx="1463039"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Off-grid validated</a:t>
            </a:r>
          </a:p>
        </p:txBody>
      </p:sp>
      <p:sp>
        <p:nvSpPr>
          <p:cNvPr id="18" name="Rectangle 17"/>
          <p:cNvSpPr/>
          <p:nvPr/>
        </p:nvSpPr>
        <p:spPr>
          <a:xfrm>
            <a:off x="4037075" y="3282696"/>
            <a:ext cx="30861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28515" y="3282696"/>
            <a:ext cx="29032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Calibri"/>
              </a:rPr>
              <a:t>Relocating to Sado Island (Spring 2026)</a:t>
            </a:r>
          </a:p>
        </p:txBody>
      </p:sp>
      <p:sp>
        <p:nvSpPr>
          <p:cNvPr id="20" name="Rectangle 19"/>
          <p:cNvSpPr/>
          <p:nvPr/>
        </p:nvSpPr>
        <p:spPr>
          <a:xfrm>
            <a:off x="457200" y="378561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78561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87705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Calibri"/>
              </a:rPr>
              <a:t>A note on independence</a:t>
            </a:r>
          </a:p>
        </p:txBody>
      </p:sp>
      <p:sp>
        <p:nvSpPr>
          <p:cNvPr id="23" name="TextBox 22"/>
          <p:cNvSpPr txBox="1"/>
          <p:nvPr/>
        </p:nvSpPr>
        <p:spPr>
          <a:xfrm>
            <a:off x="685800" y="418795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Calibri"/>
              </a:rPr>
              <a:t>This is a vendor partnership — structurally identical to recommending Salesforce or SAP. No audit engagement, no equity relationship, no independence concerns. Designed with full awareness of firm compliance requirements.</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 — Partnership Proposal</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Calibri"/>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Calibri"/>
              </a:rPr>
              <a:t>Proposed Timeline</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Initial Meeting (30 min)</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Share your client landscape and current challenges</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Use Case Selection</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Identify high-affinity sectors from your portfolio</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Partnership Design</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Select model, define scope and terms</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Calibri"/>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Calibri"/>
              </a:rPr>
              <a:t>Pilot Engagement</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Calibri"/>
              </a:rPr>
              <a:t>Prove value with 1–2 client engagements</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Calibri"/>
              </a:rPr>
              <a:t>Takuya Sato — Founder, TokiStorage</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Calibri"/>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Calibri"/>
              </a:rPr>
              <a:t>This document has been prepared by TokiStorage (Takuya Sato) solely for the purpose of evaluating a potential partnership.
The information contained herein reflects current views and plans and does not constitute a guarantee of accuracy, completeness, or future outcomes.
This document is provided for informational purposes only and does not constitute legal, investment, or other professional advice.
No part of this document may be disclosed, reproduced, or distributed to any third party without prior written consent.</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Calibri"/>
              </a:rPr>
              <a:t>© 2026 TokiStorage / Takuya Sato.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Calibri"/>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Calibri"/>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