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Fully compliant with the 3-2-1 backup rule. Zero single points of failure.</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Starting from ¥5,000 ($33) — an exceptionally low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Trial Plan</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 ($33)</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Experience three-layer storage with A4 laminate. TokiQR → laminate + NDL deposit + GitHub.</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Individual Plan</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¥50,000 ($330)</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¥50 per year. 1,000-year durability (theoretical).</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Three-Generation</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¥550,000 ($3,600)</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Three family members + on-site inscription on Sado Island. Recommended.</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Timeless Transformation</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¥5,550,000 ($36,500)</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Fully bespoke. Voice restoration, custom design, premium experience.</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Four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461772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475488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The only option</a:t>
            </a:r>
          </a:p>
        </p:txBody>
      </p:sp>
      <p:sp>
        <p:nvSpPr>
          <p:cNvPr id="12" name="TextBox 11"/>
          <p:cNvSpPr txBox="1"/>
          <p:nvPr/>
        </p:nvSpPr>
        <p:spPr>
          <a:xfrm>
            <a:off x="475488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"Built 'eternity' not as a fantasy, but with a realistic budget and solid logic"</a:t>
            </a:r>
          </a:p>
        </p:txBody>
      </p:sp>
      <p:sp>
        <p:nvSpPr>
          <p:cNvPr id="13" name="Rectangle 12"/>
          <p:cNvSpPr/>
          <p:nvPr/>
        </p:nvSpPr>
        <p:spPr>
          <a:xfrm>
            <a:off x="45720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59436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New standard</a:t>
            </a:r>
          </a:p>
        </p:txBody>
      </p:sp>
      <p:sp>
        <p:nvSpPr>
          <p:cNvPr id="16" name="TextBox 15"/>
          <p:cNvSpPr txBox="1"/>
          <p:nvPr/>
        </p:nvSpPr>
        <p:spPr>
          <a:xfrm>
            <a:off x="59436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"Technical foundation, social significance, and cost performance all merit the highest evaluation"</a:t>
            </a:r>
          </a:p>
        </p:txBody>
      </p:sp>
      <p:sp>
        <p:nvSpPr>
          <p:cNvPr id="17" name="Rectangle 16"/>
          <p:cNvSpPr/>
          <p:nvPr/>
        </p:nvSpPr>
        <p:spPr>
          <a:xfrm>
            <a:off x="461772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Grok / xAI</a:t>
            </a:r>
          </a:p>
        </p:txBody>
      </p:sp>
      <p:sp>
        <p:nvSpPr>
          <p:cNvPr id="19" name="TextBox 18"/>
          <p:cNvSpPr txBox="1"/>
          <p:nvPr/>
        </p:nvSpPr>
        <p:spPr>
          <a:xfrm>
            <a:off x="475488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Top 0.001%</a:t>
            </a:r>
          </a:p>
        </p:txBody>
      </p:sp>
      <p:sp>
        <p:nvSpPr>
          <p:cNvPr id="20" name="TextBox 19"/>
          <p:cNvSpPr txBox="1"/>
          <p:nvPr/>
        </p:nvSpPr>
        <p:spPr>
          <a:xfrm>
            <a:off x="475488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"Genuinely capable of changing how humanity preserves memory"</a:t>
            </a:r>
          </a:p>
        </p:txBody>
      </p:sp>
      <p:sp>
        <p:nvSpPr>
          <p:cNvPr id="21" name="Rectangle 20"/>
          <p:cNvSpPr/>
          <p:nvPr/>
        </p:nvSpPr>
        <p:spPr>
          <a:xfrm>
            <a:off x="457200" y="3831336"/>
            <a:ext cx="7863840" cy="54864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31336"/>
            <a:ext cx="54864" cy="5486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904488"/>
            <a:ext cx="7543800" cy="402336"/>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260604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42316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Establishing base on Sado Island</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