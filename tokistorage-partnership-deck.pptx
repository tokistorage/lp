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T</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TokiQR — 無料で今すぐ体験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声・顔・テキストをQRコードに。スマホだけで誰でも無料で作成、三層分散保管まで完結。PCT国際特許手続き中の独自音声符号化技術。</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法定納本）・民間層（GitHub）。3-2-1バックアップルール準拠。単一障害点ゼロ。</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コーチ・アンバサダー認定</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贈与経済の実践。認定コーチ・アンバサダーによる全国ワークショップ展開。分散型の運動体。</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TokiQRは無料——エントリー障壁ゼロの提案設計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TextBox 4"/>
          <p:cNvSpPr txBox="1"/>
          <p:nvPr/>
        </p:nvSpPr>
        <p:spPr>
          <a:xfrm>
            <a:off x="457200" y="100584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IPAPGothic"/>
              </a:rPr>
              <a:t>セルフサービス製品</a:t>
            </a:r>
          </a:p>
        </p:txBody>
      </p:sp>
      <p:sp>
        <p:nvSpPr>
          <p:cNvPr id="6" name="Rectangle 5"/>
          <p:cNvSpPr/>
          <p:nvPr/>
        </p:nvSpPr>
        <p:spPr>
          <a:xfrm>
            <a:off x="457200"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TokiQR</a:t>
            </a:r>
          </a:p>
        </p:txBody>
      </p:sp>
      <p:sp>
        <p:nvSpPr>
          <p:cNvPr id="8" name="TextBox 7"/>
          <p:cNvSpPr txBox="1"/>
          <p:nvPr/>
        </p:nvSpPr>
        <p:spPr>
          <a:xfrm>
            <a:off x="566928"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無料</a:t>
            </a:r>
          </a:p>
        </p:txBody>
      </p:sp>
      <p:sp>
        <p:nvSpPr>
          <p:cNvPr id="9" name="TextBox 8"/>
          <p:cNvSpPr txBox="1"/>
          <p:nvPr/>
        </p:nvSpPr>
        <p:spPr>
          <a:xfrm>
            <a:off x="566928"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声・顔・テキストをQRコードに。スマホだけで作成、NDL＋GitHubに三層保管。</a:t>
            </a:r>
          </a:p>
        </p:txBody>
      </p:sp>
      <p:sp>
        <p:nvSpPr>
          <p:cNvPr id="10" name="Rectangle 9"/>
          <p:cNvSpPr/>
          <p:nvPr/>
        </p:nvSpPr>
        <p:spPr>
          <a:xfrm>
            <a:off x="3273552"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UVラミネートQR</a:t>
            </a:r>
          </a:p>
        </p:txBody>
      </p:sp>
      <p:sp>
        <p:nvSpPr>
          <p:cNvPr id="12" name="TextBox 11"/>
          <p:cNvSpPr txBox="1"/>
          <p:nvPr/>
        </p:nvSpPr>
        <p:spPr>
          <a:xfrm>
            <a:off x="3383280"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¥5,000（税込）</a:t>
            </a:r>
          </a:p>
        </p:txBody>
      </p:sp>
      <p:sp>
        <p:nvSpPr>
          <p:cNvPr id="13" name="TextBox 12"/>
          <p:cNvSpPr txBox="1"/>
          <p:nvPr/>
        </p:nvSpPr>
        <p:spPr>
          <a:xfrm>
            <a:off x="3383280"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A4ラミネートに声のQRを記録。屋外耐候・長期保存。</a:t>
            </a:r>
          </a:p>
        </p:txBody>
      </p:sp>
      <p:sp>
        <p:nvSpPr>
          <p:cNvPr id="14" name="Rectangle 13"/>
          <p:cNvSpPr/>
          <p:nvPr/>
        </p:nvSpPr>
        <p:spPr>
          <a:xfrm>
            <a:off x="6089904"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9632"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石英ガラスQR</a:t>
            </a:r>
          </a:p>
        </p:txBody>
      </p:sp>
      <p:sp>
        <p:nvSpPr>
          <p:cNvPr id="16" name="TextBox 15"/>
          <p:cNvSpPr txBox="1"/>
          <p:nvPr/>
        </p:nvSpPr>
        <p:spPr>
          <a:xfrm>
            <a:off x="6199632"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IPAPGothic"/>
              </a:rPr>
              <a:t>¥50,000（税込）</a:t>
            </a:r>
          </a:p>
        </p:txBody>
      </p:sp>
      <p:sp>
        <p:nvSpPr>
          <p:cNvPr id="17" name="TextBox 16"/>
          <p:cNvSpPr txBox="1"/>
          <p:nvPr/>
        </p:nvSpPr>
        <p:spPr>
          <a:xfrm>
            <a:off x="6199632"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石英ガラスに刻印。年あたり50円。1000年耐久（理論値）。</a:t>
            </a:r>
          </a:p>
        </p:txBody>
      </p:sp>
      <p:sp>
        <p:nvSpPr>
          <p:cNvPr id="18" name="TextBox 17"/>
          <p:cNvSpPr txBox="1"/>
          <p:nvPr/>
        </p:nvSpPr>
        <p:spPr>
          <a:xfrm>
            <a:off x="457200" y="278892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IPAPGothic"/>
              </a:rPr>
              <a:t>タイムレスコンサルティング</a:t>
            </a:r>
          </a:p>
        </p:txBody>
      </p:sp>
      <p:sp>
        <p:nvSpPr>
          <p:cNvPr id="19" name="Rectangle 18"/>
          <p:cNvSpPr/>
          <p:nvPr/>
        </p:nvSpPr>
        <p:spPr>
          <a:xfrm>
            <a:off x="457200" y="3063240"/>
            <a:ext cx="3931920" cy="1097280"/>
          </a:xfrm>
          <a:prstGeom prst="rect">
            <a:avLst/>
          </a:prstGeom>
          <a:solidFill>
            <a:srgbClr val="FFFFFF"/>
          </a:solidFill>
          <a:ln w="9525">
            <a:solidFill>
              <a:srgbClr val="C9A9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13639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三世代プラン</a:t>
            </a:r>
          </a:p>
        </p:txBody>
      </p:sp>
      <p:sp>
        <p:nvSpPr>
          <p:cNvPr id="21" name="TextBox 20"/>
          <p:cNvSpPr txBox="1"/>
          <p:nvPr/>
        </p:nvSpPr>
        <p:spPr>
          <a:xfrm>
            <a:off x="566928" y="336499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IPAPGothic"/>
              </a:rPr>
              <a:t>¥550,000（税込・推奨）</a:t>
            </a:r>
          </a:p>
        </p:txBody>
      </p:sp>
      <p:sp>
        <p:nvSpPr>
          <p:cNvPr id="22" name="TextBox 21"/>
          <p:cNvSpPr txBox="1"/>
          <p:nvPr/>
        </p:nvSpPr>
        <p:spPr>
          <a:xfrm>
            <a:off x="566928" y="365760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家族3名分＋佐渡島での現地刻印体験。お墓・仏壇の代替。</a:t>
            </a:r>
          </a:p>
        </p:txBody>
      </p:sp>
      <p:sp>
        <p:nvSpPr>
          <p:cNvPr id="23" name="Rectangle 22"/>
          <p:cNvSpPr/>
          <p:nvPr/>
        </p:nvSpPr>
        <p:spPr>
          <a:xfrm>
            <a:off x="4617720" y="3063240"/>
            <a:ext cx="3931920" cy="1097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313639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タイムレス変容</a:t>
            </a:r>
          </a:p>
        </p:txBody>
      </p:sp>
      <p:sp>
        <p:nvSpPr>
          <p:cNvPr id="25" name="TextBox 24"/>
          <p:cNvSpPr txBox="1"/>
          <p:nvPr/>
        </p:nvSpPr>
        <p:spPr>
          <a:xfrm>
            <a:off x="4727448" y="336499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IPAPGothic"/>
              </a:rPr>
              <a:t>¥5,550,000（税込）</a:t>
            </a:r>
          </a:p>
        </p:txBody>
      </p:sp>
      <p:sp>
        <p:nvSpPr>
          <p:cNvPr id="26" name="TextBox 25"/>
          <p:cNvSpPr txBox="1"/>
          <p:nvPr/>
        </p:nvSpPr>
        <p:spPr>
          <a:xfrm>
            <a:off x="4727448" y="365760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完全オーダーメイド。音声復元・専用デザイン・プレミアム体験。</a:t>
            </a:r>
          </a:p>
        </p:txBody>
      </p:sp>
      <p:sp>
        <p:nvSpPr>
          <p:cNvPr id="27" name="Rectangle 2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9" name="TextBox 2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0" name="TextBox 2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4社と文化機関が独立に評価——社会的信頼が構築されている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唯一無二の選択肢</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「『永遠』を夢物語ではなく、現実的な予算と確かなロジックで構築した」</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新基準として推奨</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「技術的基盤・社会的意義・コストパフォーマンスのいずれも高く評価できる」</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上位0.001%級</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「『本気で人類の記憶のあり方を変えるかもしれない』レベル」</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佐渡島に拠点設置予定</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