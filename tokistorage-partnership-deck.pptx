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三層分散保管アーキテクチャ</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物理層（石英ガラス/ラミネート）・国家層（国立国会図書館 法定納本）・民間層（GitHub）。3-2-1バックアップルールに完全準拠。単一障害点ゼロ。</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保管構造</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クラウド一極集中</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三層分散保管（物理/国家/民間）・3-2-1ルール準拠</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体験プラン5,000円からスタートできる——エントリー障壁が極めて低い提案設計</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体験プラン</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¥5,000（税込）</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三層保管をA4ラミネートで体験。声のQRコード→ラミネート＋NDL納本＋GitHub格納。</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個人プラン</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¥50,000（税込）</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石英ガラスに刻印。年あたり50円。1000年耐久（理論値）の存在証明。</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三世代プラン</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¥550,000（税込・推奨）</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家族3名分＋佐渡島での現地刻印体験。お墓・仏壇の代替として。</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タイムレス変容</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¥5,550,000（税込）</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完全オーダーメイド。音声復元・専用デザイン・プレミアム体験。</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主要AI 3社と文化機関が独立に評価——社会的信頼が構築されている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三層構造の設計評価</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「三層構造は単一障害点を排除し、情報の生存率を極限まで高めている」</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制度活用の高度さ</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「法制度のアーキテクチャを逆手に取った高度なデザイン」</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コストパフォーマンス</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「年間50円のコストは驚異的な価値」</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伊勢神宮 式年遷宮奉納（2026）/ 比叡山延暦寺 根本中堂 不滅の法灯奉納（2026）/ 個人事業開業届出済（2026.2.11）</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佐渡島に拠点設置予定</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