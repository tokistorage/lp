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9A962"/>
                </a:solidFill>
                <a:latin typeface="Zen Kaku Gothic New"/>
              </a:defRPr>
            </a:pPr>
            <a:r>
              <a:t>TIMELESS COACH — CORPORATE PROGRAM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hippori Mincho"/>
              </a:defRPr>
            </a:pPr>
            <a:r>
              <a:t>タイムレスコーチ</a:t>
            </a:r>
          </a:p>
          <a:p>
            <a:pPr algn="l">
              <a:spcBef>
                <a:spcPts val="800"/>
              </a:spcBef>
              <a:defRPr sz="3600" b="1">
                <a:solidFill>
                  <a:srgbClr val="FFFFFF"/>
                </a:solidFill>
                <a:latin typeface="Shippori Mincho"/>
              </a:defRPr>
            </a:pPr>
            <a:r>
              <a:t>企業・団体導入プログラム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3891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Zen Kaku Gothic New"/>
              </a:defRPr>
            </a:pPr>
            <a:r>
              <a:t>「未来の自分は、今のあなたに何を言いますか」</a:t>
            </a:r>
            <a:br/>
            <a:r>
              <a:t>この問いを、組織の研修として届ける。</a:t>
            </a:r>
            <a:br/>
            <a:r>
              <a:t>参加者全員がタイムレスコーチとして永続認定されます。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7607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9A962"/>
                </a:solidFill>
                <a:latin typeface="Zen Kaku Gothic New"/>
              </a:defRPr>
            </a:pPr>
            <a:r>
              <a:t>TokiStorage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57607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Zen Kaku Gothic New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75569"/>
                </a:solidFill>
                <a:latin typeface="Zen Kaku Gothic New"/>
              </a:defRPr>
            </a:pPr>
            <a:r>
              <a:t>従業員の「軸」が定まらない組織は、AIに代替される。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563EB"/>
                </a:solidFill>
                <a:latin typeface="Zen Kaku Gothic New"/>
              </a:defRPr>
            </a:pPr>
            <a:r>
              <a:t>WHY THIS PROGRAM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201168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563EB"/>
                </a:solidFill>
                <a:latin typeface="Zen Kaku Gothic New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945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Zen Kaku Gothic New"/>
              </a:defRPr>
            </a:pPr>
            <a:r>
              <a:t>AIは業務を代替する。しかし「軸」は代替できない。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5176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生成AIが調査・分析・戦略を出力する時代。スキルの差は急速に縮まる。残るのは「この組織は何のために存在するか」「自分は何を軸に判断するか」——AIが答えられない問いに向き合える人材だけが、代替不可能にな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201168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737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563EB"/>
                </a:solidFill>
                <a:latin typeface="Zen Kaku Gothic New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1945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Zen Kaku Gothic New"/>
              </a:defRPr>
            </a:pPr>
            <a:r>
              <a:t>研修の効果は「消える」から続かない。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65176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従来の研修で得た気づきは、日常に戻れば薄れる。ノートに書いた決意は埋もれる。人が変わらないのは意志が弱いからではない。言葉が消えるからである。消えない形で刻まれた言葉だけが、行動の軸として機能し続け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31920"/>
            <a:ext cx="5212080" cy="201168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023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563EB"/>
                </a:solidFill>
                <a:latin typeface="Zen Kaku Gothic New"/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4805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Zen Kaku Gothic New"/>
              </a:defRPr>
            </a:pPr>
            <a:r>
              <a:t>「未来の自分」は脳にとって他人である。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93776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心理学者ハーシュフィールドのfMRI研究によれば、「未来の自分」は脳内で「他人」として処理される。しかし「千年残る」という重みが臨場感を引き上げ、未来の自分を「自分」に引き戻す。永続記録が自己変容を可能にする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931920"/>
            <a:ext cx="5212080" cy="201168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4023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563EB"/>
                </a:solidFill>
                <a:latin typeface="Zen Kaku Gothic New"/>
              </a:defRPr>
            </a:pPr>
            <a: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4805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Zen Kaku Gothic New"/>
              </a:defRPr>
            </a:pPr>
            <a:r>
              <a:t>研修で終わらない。参加者が「届ける側」になる。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93776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通常の研修は「受けて終わり」。この研修は違う。参加者全員がタイムレスコーチとして認定され、自らクライアントや地域に「問い」を届けられるようになる。研修が組織の外にも価値を生む。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008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Zen Kaku Gothic New"/>
              </a:defRPr>
            </a:pPr>
            <a:r>
              <a:t>Timeless Coach — 企業・団体導入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0080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Zen Kaku Gothic New"/>
              </a:defRPr>
            </a:pPr>
            <a:r>
              <a:t>Confidential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Zen Kaku Gothic New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75569"/>
                </a:solidFill>
                <a:latin typeface="Zen Kaku Gothic New"/>
              </a:defRPr>
            </a:pPr>
            <a:r>
              <a:t>対話・言語化・永続化・認定——4つのフェーズで組織と個人の軸が定まる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563EB"/>
                </a:solidFill>
                <a:latin typeface="Zen Kaku Gothic New"/>
              </a:defRPr>
            </a:pPr>
            <a:r>
              <a:t>PROGRAM OVERVIEW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56032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563EB"/>
                </a:solidFill>
                <a:latin typeface="Zen Kaku Gothic New"/>
              </a:defRPr>
            </a:pPr>
            <a:r>
              <a:t>Phase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293B"/>
                </a:solidFill>
                <a:latin typeface="Shippori Mincho"/>
              </a:defRPr>
            </a:pPr>
            <a:r>
              <a:t>未来の自分との対話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21945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「未来の自分は、今のあなたに何を言いますか」——9領域の思想フレームワークを用いた対話ワークショップ。参加者一人ひとりが、自分だけの問いに向き合います。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39" y="1645920"/>
            <a:ext cx="256032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03320" y="17373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563EB"/>
                </a:solidFill>
                <a:latin typeface="Zen Kaku Gothic New"/>
              </a:defRPr>
            </a:pPr>
            <a:r>
              <a:t>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210312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293B"/>
                </a:solidFill>
                <a:latin typeface="Shippori Mincho"/>
              </a:defRPr>
            </a:pPr>
            <a:r>
              <a:t>ブレない軸の言語化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2743200"/>
            <a:ext cx="21945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対話から浮かんだ言葉を構造化し、「ブレない軸」として言語化。個人の軸と組織の軸が交差するポイントを発見します。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59" y="1645920"/>
            <a:ext cx="256032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7373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9A962"/>
                </a:solidFill>
                <a:latin typeface="Zen Kaku Gothic New"/>
              </a:defRPr>
            </a:pPr>
            <a:r>
              <a:t>Phase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10312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293B"/>
                </a:solidFill>
                <a:latin typeface="Shippori Mincho"/>
              </a:defRPr>
            </a:pPr>
            <a:r>
              <a:t>三層への永続化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743200"/>
            <a:ext cx="21945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言語化された軸を三層分散保管（石英ガラス×国立国会図書館×GitHub）に格納。消えないから、軸になる。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0" y="1645920"/>
            <a:ext cx="256032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81159" y="17373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6A34A"/>
                </a:solidFill>
                <a:latin typeface="Zen Kaku Gothic New"/>
              </a:defRPr>
            </a:pPr>
            <a:r>
              <a:t>Phase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1159" y="210312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293B"/>
                </a:solidFill>
                <a:latin typeface="Shippori Mincho"/>
              </a:defRPr>
            </a:pPr>
            <a:r>
              <a:t>タイムレスコーチ認定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1159" y="2743200"/>
            <a:ext cx="21945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参加者全員をタイムレスコーチとして永続認定。認定証も三層に永続化。研修後も「問いを届ける人」として活動できます。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008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Zen Kaku Gothic New"/>
              </a:defRPr>
            </a:pPr>
            <a:r>
              <a:t>Timeless Coach — 企業・団体導入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0080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Zen Kaku Gothic New"/>
              </a:defRPr>
            </a:pPr>
            <a:r>
              <a:t>Confidential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Zen Kaku Gothic New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75569"/>
                </a:solidFill>
                <a:latin typeface="Zen Kaku Gothic New"/>
              </a:defRPr>
            </a:pPr>
            <a:r>
              <a:t>研修で終わらない。一生涯の資産を参加者に届ける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563EB"/>
                </a:solidFill>
                <a:latin typeface="Zen Kaku Gothic New"/>
              </a:defRPr>
            </a:pPr>
            <a:r>
              <a:t>WHAT PARTICIPANTS GET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303520" cy="137160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Shippori Mincho"/>
              </a:defRPr>
            </a:pPr>
            <a:r>
              <a:t>思想フレームワーク体系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9456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心理学・哲学・宗教・経済・AI・宇宙——9領域70+エッセイへのアクセス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59" y="1554480"/>
            <a:ext cx="5303520" cy="137160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79" y="17373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Shippori Mincho"/>
              </a:defRPr>
            </a:pPr>
            <a:r>
              <a:t>対話メソッド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79" y="219456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問いの立て方、沈黙の扱い方、軸の言語化への導き方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200400"/>
            <a:ext cx="5303520" cy="137160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3832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Shippori Mincho"/>
              </a:defRPr>
            </a:pPr>
            <a:r>
              <a:t>ブレない軸の永続化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84048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三層分散保管に格納された、自分だけの軸と存在証明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59" y="3200400"/>
            <a:ext cx="5303520" cy="137160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79" y="33832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Shippori Mincho"/>
              </a:defRPr>
            </a:pPr>
            <a:r>
              <a:t>トキストレージ連携権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79" y="384048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コーチとしてクライアントの軸を三層保管に格納する権利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846320"/>
            <a:ext cx="5303520" cy="137160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0292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Shippori Mincho"/>
              </a:defRPr>
            </a:pPr>
            <a:r>
              <a:t>タイムレスコーチ永続認定証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48640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認定そのものが三層に永続化。更新費用なし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59" y="4846320"/>
            <a:ext cx="5303520" cy="137160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79" y="50292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Shippori Mincho"/>
              </a:defRPr>
            </a:pPr>
            <a:r>
              <a:t>コーチ・コミュニティ参加権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79" y="548640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認定コーチ同士で対話事例・実践知を共有する場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008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Zen Kaku Gothic New"/>
              </a:defRPr>
            </a:pPr>
            <a:r>
              <a:t>Timeless Coach — 企業・団体導入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0080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Zen Kaku Gothic New"/>
              </a:defRPr>
            </a:pPr>
            <a:r>
              <a:t>Confidential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Zen Kaku Gothic New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75569"/>
                </a:solidFill>
                <a:latin typeface="Zen Kaku Gothic New"/>
              </a:defRPr>
            </a:pPr>
            <a:r>
              <a:t>組織と個人、両方に変容が起きる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563EB"/>
                </a:solidFill>
                <a:latin typeface="Zen Kaku Gothic New"/>
              </a:defRPr>
            </a:pPr>
            <a:r>
              <a:t>EXPECTED OUTCOMES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212080" cy="4389120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459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563EB"/>
                </a:solidFill>
                <a:latin typeface="Shippori Mincho"/>
              </a:defRPr>
            </a:pPr>
            <a:r>
              <a:t>組織にとって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9456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• 従業員一人ひとりの「軸」が明確になり、判断の質が上がる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8036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• 組織の理念と個人の軸が接続し、エンゲージメントが深まる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56616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• 研修が「受けて終わり」ではなく、永続的な行動変容につながる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25196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• 認定コーチがクライアントや地域に価値を届け、組織のブランドになる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93776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• AIに代替されない「問いを立てる力」を組織に実装できる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554480"/>
            <a:ext cx="5212080" cy="4389120"/>
          </a:xfrm>
          <a:prstGeom prst="roundRect">
            <a:avLst/>
          </a:prstGeom>
          <a:solidFill>
            <a:srgbClr val="FD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459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2400E"/>
                </a:solidFill>
                <a:latin typeface="Shippori Mincho"/>
              </a:defRPr>
            </a:pPr>
            <a:r>
              <a:t>個人にとって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9456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• 「未来の自分の声」を聴くことで、自分だけのブレない軸が見つかる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88036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• 軸が三層に永続化されるから、日常の中で機能し続ける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56616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• タイムレスコーチとして認定され、キャリアの新しい選択肢が生まれる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425196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• 70+の思想エッセイ体系を通じて、9領域の知的基盤を得る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93776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• 研修後もコミュニティの中で学び続けられる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008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Zen Kaku Gothic New"/>
              </a:defRPr>
            </a:pPr>
            <a:r>
              <a:t>Timeless Coach — 企業・団体導入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0080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Zen Kaku Gothic New"/>
              </a:defRPr>
            </a:pPr>
            <a:r>
              <a:t>Confidential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Zen Kaku Gothic New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75569"/>
                </a:solidFill>
                <a:latin typeface="Zen Kaku Gothic New"/>
              </a:defRPr>
            </a:pPr>
            <a:r>
              <a:t>「軸」を必要としている、すべての組織へ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563EB"/>
                </a:solidFill>
                <a:latin typeface="Zen Kaku Gothic New"/>
              </a:defRPr>
            </a:pPr>
            <a:r>
              <a:t>WHO THIS IS FOR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3383280" cy="210312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Shippori Mincho"/>
              </a:defRPr>
            </a:pPr>
            <a:r>
              <a:t>経営者研修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Zen Kaku Gothic New"/>
              </a:defRPr>
            </a:pPr>
            <a:r>
              <a:t>経営幹部・次世代リーダーの「個人の軸」を言語化し、組織の理念と接続させたい企業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54480"/>
            <a:ext cx="3383280" cy="210312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40" y="18288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Shippori Mincho"/>
              </a:defRPr>
            </a:pPr>
            <a:r>
              <a:t>士業・コンサルティングファーム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28600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Zen Kaku Gothic New"/>
              </a:defRPr>
            </a:pPr>
            <a:r>
              <a:t>顧問先に「財産の継承」だけでなく「軸の継承」まで提供できる新サービスを加えたい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554480"/>
            <a:ext cx="3383280" cy="210312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18288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Shippori Mincho"/>
              </a:defRPr>
            </a:pPr>
            <a:r>
              <a:t>宗教法人・寺院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28600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Zen Kaku Gothic New"/>
              </a:defRPr>
            </a:pPr>
            <a:r>
              <a:t>僧侶や職員が「問いを立てる人」として地域に価値を届ける力を身につけたい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31920"/>
            <a:ext cx="3383280" cy="210312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2062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Shippori Mincho"/>
              </a:defRPr>
            </a:pPr>
            <a:r>
              <a:t>教育機関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66344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Zen Kaku Gothic New"/>
              </a:defRPr>
            </a:pPr>
            <a:r>
              <a:t>教員が学生に「問いを立てる力」を伝え、軸を持つ人材を育成したい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3931920"/>
            <a:ext cx="3383280" cy="210312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40" y="42062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Shippori Mincho"/>
              </a:defRPr>
            </a:pPr>
            <a:r>
              <a:t>医療・福祉法人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466344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Zen Kaku Gothic New"/>
              </a:defRPr>
            </a:pPr>
            <a:r>
              <a:t>スタッフ一人ひとりが「なぜこの仕事をするのか」の軸を持ち、バーンアウトを防ぎたい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3931920"/>
            <a:ext cx="3383280" cy="210312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42062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Shippori Mincho"/>
              </a:defRPr>
            </a:pPr>
            <a:r>
              <a:t>自治体・公共団体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466344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75569"/>
                </a:solidFill>
                <a:latin typeface="Zen Kaku Gothic New"/>
              </a:defRPr>
            </a:pPr>
            <a:r>
              <a:t>地域の精神・創設の志を言語化し、人の寿命を超えて永続化したい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008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Zen Kaku Gothic New"/>
              </a:defRPr>
            </a:pPr>
            <a:r>
              <a:t>Timeless Coach — 企業・団体導入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0080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Zen Kaku Gothic New"/>
              </a:defRPr>
            </a:pPr>
            <a:r>
              <a:t>Confidential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Zen Kaku Gothic New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75569"/>
                </a:solidFill>
                <a:latin typeface="Zen Kaku Gothic New"/>
              </a:defRPr>
            </a:pPr>
            <a:r>
              <a:t>お問い合わせから研修実施・認定までの流れ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563EB"/>
                </a:solidFill>
                <a:latin typeface="Zen Kaku Gothic New"/>
              </a:defRPr>
            </a:pPr>
            <a:r>
              <a:t>PROGRAM FLOW</a:t>
            </a:r>
          </a:p>
        </p:txBody>
      </p:sp>
      <p:sp>
        <p:nvSpPr>
          <p:cNvPr id="4" name="Oval 3"/>
          <p:cNvSpPr/>
          <p:nvPr/>
        </p:nvSpPr>
        <p:spPr>
          <a:xfrm>
            <a:off x="731520" y="155448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5544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Shippori Mincho"/>
              </a:defRPr>
            </a:pPr>
            <a:r>
              <a:t>お問い合わせ・ヒアリング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874519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組織の課題、研修の目的、参加人数、スケジュールをヒアリング。 最適なプログラム構成をご提案します。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256032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560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Shippori Mincho"/>
              </a:defRPr>
            </a:pPr>
            <a:r>
              <a:t>代表との事前対話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8803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導入担当者が先にタイムレスコンサルティングを体験。 研修の価値を体感した上で、組織への展開を設計します。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356616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5661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Shippori Mincho"/>
              </a:defRPr>
            </a:pPr>
            <a:r>
              <a:t>研修実施（半日〜1日）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886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参加者全員が「未来の自分との対話」を体験。 軸の言語化までをワークショップ形式で進めます。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457200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5720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Shippori Mincho"/>
              </a:defRPr>
            </a:pPr>
            <a:r>
              <a:t>三層永続化・認定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89204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参加者の軸を三層に永続化。 全員にタイムレスコーチ永続認定証を発行します。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557784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55778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293B"/>
                </a:solidFill>
                <a:latin typeface="Shippori Mincho"/>
              </a:defRPr>
            </a:pPr>
            <a:r>
              <a:t>フォローアップ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897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認定後のコミュニティ参加、活動サポート。 組織全体の変容を継続的に見守ります。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008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Zen Kaku Gothic New"/>
              </a:defRPr>
            </a:pPr>
            <a:r>
              <a:t>Timeless Coach — 企業・団体導入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0080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Zen Kaku Gothic New"/>
              </a:defRPr>
            </a:pPr>
            <a:r>
              <a:t>Confidential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Zen Kaku Gothic New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75569"/>
                </a:solidFill>
                <a:latin typeface="Zen Kaku Gothic New"/>
              </a:defRPr>
            </a:pPr>
            <a:r>
              <a:t>人数・プログラム構成に応じた柔軟なお見積り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563EB"/>
                </a:solidFill>
                <a:latin typeface="Zen Kaku Gothic New"/>
              </a:defRPr>
            </a:pPr>
            <a:r>
              <a:t>PRICING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86000" y="1645920"/>
            <a:ext cx="7589520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A9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0" y="1828800"/>
            <a:ext cx="6675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9A962"/>
                </a:solidFill>
                <a:latin typeface="Zen Kaku Gothic New"/>
              </a:defRPr>
            </a:pPr>
            <a:r>
              <a:t>CORPORATE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2286000"/>
            <a:ext cx="6675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293B"/>
                </a:solidFill>
                <a:latin typeface="Shippori Mincho"/>
              </a:defRPr>
            </a:pPr>
            <a:r>
              <a:t>タイムレスコーチ 企業・団体導入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3017520"/>
            <a:ext cx="6675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563EB"/>
                </a:solidFill>
                <a:latin typeface="Zen Kaku Gothic New"/>
              </a:defRPr>
            </a:pPr>
            <a:r>
              <a:t>参加人数・プログラム構成に応じてお見積り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3749039"/>
            <a:ext cx="6675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475569"/>
                </a:solidFill>
                <a:latin typeface="Zen Kaku Gothic New"/>
              </a:defRPr>
            </a:pPr>
          </a:p>
          <a:p>
            <a:pPr algn="l">
              <a:spcBef>
                <a:spcPts val="400"/>
              </a:spcBef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  参加者全員のタイムレスコーチ永続認定を含む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  思想フレームワーク体系・対話メソッドの提供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  参加者全員の軸の三層分散保管（石英ガラス×国立国会図書館×GitHub）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  コーチ・コミュニティへの永続参加権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  研修プログラムのカスタマイズ（半日〜複数日）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475569"/>
                </a:solidFill>
                <a:latin typeface="Zen Kaku Gothic New"/>
              </a:defRPr>
            </a:pPr>
            <a:r>
              <a:t>  事前ヒアリング・事後フォローアップを含む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5943600"/>
            <a:ext cx="7589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4A3B8"/>
                </a:solidFill>
                <a:latin typeface="Zen Kaku Gothic New"/>
              </a:defRPr>
            </a:pPr>
            <a:r>
              <a:t>※ 個人認定は ¥55,500/人（税込）。団体導入は人数に応じた特別価格をご提案します。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008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Zen Kaku Gothic New"/>
              </a:defRPr>
            </a:pPr>
            <a:r>
              <a:t>Timeless Coach — 企業・団体導入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0080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Zen Kaku Gothic New"/>
              </a:defRPr>
            </a:pPr>
            <a:r>
              <a:t>Confidential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Zen Kaku Gothic New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75569"/>
                </a:solidFill>
                <a:latin typeface="Zen Kaku Gothic New"/>
              </a:defRPr>
            </a:pPr>
            <a:r>
              <a:t>千年の視座で、あなたの組織の軸に向き合う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563EB"/>
                </a:solidFill>
                <a:latin typeface="Zen Kaku Gothic New"/>
              </a:defRPr>
            </a:pPr>
            <a:r>
              <a:t>YOUR FACILITATOR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93B"/>
                </a:solidFill>
                <a:latin typeface="Shippori Mincho"/>
              </a:defRPr>
            </a:pPr>
            <a:r>
              <a:t>佐藤卓也 — TokiStorage 代表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75569"/>
                </a:solidFill>
                <a:latin typeface="Zen Kaku Gothic New"/>
              </a:defRPr>
            </a:pPr>
            <a:r>
              <a:t>大手コンサルティングファームでの経験を経て、半導体製造装置のエンジニアリング20年超。タイムレスタウン新浦安（250世帯）の自治会長として「ゆりかごから墓場まで」のコミュニティ運営を経験。SoulCarrier活動で「記憶が消える恐怖」を目の当たりにし、TokiStorageを着想。マウイ・山中湖でのオフグリッド実証を経て、制度に依存しない千年設計の技術を完成。70以上の思想エッセイを執筆し、9つの知的領域から存在証明の意味を探究し続けてい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  <a:latin typeface="Zen Kaku Gothic New"/>
              </a:defRPr>
            </a:pPr>
            <a:r>
              <a:t>元Big4ファーム    半導体エンジニアリング 20年+    自治会長（250世帯）    SoulCarrier主宰    70+思想エッセイ執筆    オフグリッド実証済み    佐渡島移住予定（2026春）    伊勢神宮 式年遷宮奉納（2026）    比叡山延暦寺 不滅の法灯奉納（2026）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572000"/>
            <a:ext cx="10515600" cy="137160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66344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E293B"/>
                </a:solidFill>
                <a:latin typeface="Zen Kaku Gothic New"/>
              </a:defRPr>
            </a:pPr>
            <a:r>
              <a:t>愛犬パールのお墓とともに、家族でパールハーバーを訪れました。平和を願う声を音声QRとして刻んだプレートを持って。そこで気がつきました——時を超えた願いは、愛や平和への想いに変容する。一人でも多くの方と分かち合いたい。TokiStorageをきっかけに、時を超えた変容をご一緒できれば幸いで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  <a:latin typeface="Zen Kaku Gothic New"/>
              </a:defRPr>
            </a:pPr>
            <a:r>
              <a:t>Timeless Coach — 企業・団体導入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Zen Kaku Gothic New"/>
              </a:defRPr>
            </a:pPr>
            <a:r>
              <a:t>Confidential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94A3B8"/>
                </a:solidFill>
                <a:latin typeface="Zen Kaku Gothic New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9A962"/>
                </a:solidFill>
                <a:latin typeface="Zen Kaku Gothic New"/>
              </a:defRPr>
            </a:pPr>
            <a:r>
              <a:t>Next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hippori Mincho"/>
              </a:defRPr>
            </a:pPr>
            <a:r>
              <a:t>まずは、お話しましょう。</a:t>
            </a:r>
          </a:p>
        </p:txBody>
      </p:sp>
      <p:sp>
        <p:nvSpPr>
          <p:cNvPr id="4" name="Oval 3"/>
          <p:cNvSpPr/>
          <p:nvPr/>
        </p:nvSpPr>
        <p:spPr>
          <a:xfrm>
            <a:off x="914400" y="2560320"/>
            <a:ext cx="365760" cy="3657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25603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Zen Kaku Gothic New"/>
              </a:defRPr>
            </a:pPr>
            <a:r>
              <a:t>お問い合わせ・ヒアリング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834639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Zen Kaku Gothic New"/>
              </a:defRPr>
            </a:pPr>
            <a:r>
              <a:t>組織の課題と研修の目的をお聞かせください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3383279"/>
            <a:ext cx="365760" cy="3657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3383279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Zen Kaku Gothic New"/>
              </a:defRPr>
            </a:pPr>
            <a:r>
              <a:t>導入担当者の体験対話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657599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Zen Kaku Gothic New"/>
              </a:defRPr>
            </a:pPr>
            <a:r>
              <a:t>まず担当者がタイムレスコンサルティングを体験します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4206240"/>
            <a:ext cx="365760" cy="3657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206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Zen Kaku Gothic New"/>
              </a:defRPr>
            </a:pPr>
            <a:r>
              <a:t>プログラム設計・お見積り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4480559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Zen Kaku Gothic New"/>
              </a:defRPr>
            </a:pPr>
            <a:r>
              <a:t>人数・日数・カスタマイズ内容に応じたご提案</a:t>
            </a:r>
          </a:p>
        </p:txBody>
      </p:sp>
      <p:sp>
        <p:nvSpPr>
          <p:cNvPr id="13" name="Oval 12"/>
          <p:cNvSpPr/>
          <p:nvPr/>
        </p:nvSpPr>
        <p:spPr>
          <a:xfrm>
            <a:off x="914400" y="5029200"/>
            <a:ext cx="365760" cy="3657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50292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Zen Kaku Gothic New"/>
              </a:defRPr>
            </a:pPr>
            <a:r>
              <a:t>研修実施・認定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5303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Zen Kaku Gothic New"/>
              </a:defRPr>
            </a:pPr>
            <a:r>
              <a:t>参加者全員の軸を言語化し、三層に永続化。全員を認定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7607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Zen Kaku Gothic New"/>
              </a:defRPr>
            </a:pPr>
            <a:r>
              <a:t>TokiStorage　佐藤卓也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57607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Zen Kaku Gothic New"/>
              </a:defRPr>
            </a:pPr>
            <a:r>
              <a:t>Confidential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0" y="57607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Zen Kaku Gothic New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4A3B8"/>
                </a:solidFill>
                <a:latin typeface="Zen Kaku Gothic New"/>
              </a:defRPr>
            </a:pPr>
            <a:r>
              <a:t>Confidential / Disclaimer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  <a:latin typeface="Zen Kaku Gothic New"/>
              </a:defRPr>
            </a:pPr>
            <a:r>
              <a:t>本資料は、TokiStorage（佐藤卓也）がサービスご検討のために作成した資料です。</a:t>
            </a:r>
            <a:br/>
            <a:br/>
            <a:r>
              <a:t>本資料に含まれる情報は、現時点における見解および計画に基づくものであり、その正確性、完全性、または将来の結果を保証するものではありません。</a:t>
            </a:r>
            <a:br/>
            <a:br/>
            <a:r>
              <a:t>本資料は情報提供を目的としており、法的助言、投資助言、その他いかなる専門的助言を構成するものでもありません。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4A3B8"/>
                </a:solidFill>
                <a:latin typeface="Zen Kaku Gothic New"/>
              </a:defRPr>
            </a:pPr>
            <a:r>
              <a:t>© 2026 TokiStorage / 佐藤卓也. All rights reserved.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7607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9A962"/>
                </a:solidFill>
                <a:latin typeface="Zen Kaku Gothic New"/>
              </a:defRPr>
            </a:pPr>
            <a:r>
              <a:t>TokiStorage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57607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Zen Kaku Gothic New"/>
              </a:defRPr>
            </a:pPr>
            <a:r>
              <a:t>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57607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94A3B8"/>
                </a:solidFill>
                <a:latin typeface="Zen Kaku Gothic New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