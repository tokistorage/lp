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67328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kistorage-icon-512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IPAPGothic"/>
              </a:defRPr>
            </a:pPr>
            <a:r>
              <a:t>Timeless Coach — Corporate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タイムレスコーチ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企業・団体導入プログラム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IPAPGothic"/>
              </a:defRPr>
            </a:pPr>
            <a:r>
              <a:t>「未来の自分は、今のあなたに何を言いますか」</a:t>
            </a:r>
            <a:br/>
            <a:r>
              <a:t>この問いを、組織の研修として届ける。</a:t>
            </a:r>
            <a:br/>
            <a:r>
              <a:t>参加者全員がタイムレスコーチとして永続認定されます。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従業員の「軸」が定まらない組織は、AIに代替される。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WHY THIS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AIは業務を代替する。</a:t>
            </a:r>
            <a:br/>
            <a:r>
              <a:t>しかし「軸」は代替できない。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スキルの差はAIで縮まる。残るのは「自分は何を軸に判断するか」——AIが答えられない問いに向き合える人材だけが、代替不可能になる。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研修の効果は</a:t>
            </a:r>
            <a:br/>
            <a:r>
              <a:t>「消える」から続かない。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従来の研修で得た気づきは日常に戻れば薄れる。人が変わらないのは意志が弱いからではない。言葉が消えるからである。消えない形で刻まれた言葉だけが軸として機能し続ける。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研修で終わらない。</a:t>
            </a:r>
            <a:br/>
            <a:r>
              <a:t>参加者が「届ける側」になる。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通常の研修は「受けて終わり」。この研修は違う。参加者全員がタイムレスコーチとして永続認定され、自ら「問い」を届けられるようになる。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対話・言語化・永続化・認定──4つのフェーズで軸が定まる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未来の自分</a:t>
            </a:r>
            <a:br/>
            <a:r>
              <a:t>との対話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「未来の自分は、今のあなたに何を言いますか」——9領域の思想フレームワークを用いた対話ワークショップ。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軸の言語化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対話から浮かんだ言葉を構造化し、「ブレない軸」として言語化。個人の軸と組織の軸が交差するポイントを発見。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三層への</a:t>
            </a:r>
            <a:br/>
            <a:r>
              <a:t>永続化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言語化された軸を三層分散保管（石英ガラス×国立国会図書館×GitHub）に格納。消えないから、軸になる。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59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タイムレス</a:t>
            </a:r>
            <a:br/>
            <a:r>
              <a:t>コーチ認定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参加者全員を永続認定。認定証も三層に永続化。研修後も「問いを届ける人」として活動できます。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研修で終わらない。一生涯の資産を参加者に届ける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WHAT PARTICIPANTS 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思想フレームワーク体系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9領域70+エッセイへのアクセス。クライアントの人生のどんな文脈にも対応できる知的基盤。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対話メソッド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問いの立て方、沈黙の扱い方、軸の言語化への導き方。初回対話から完成までの全プロセス。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ブレない軸の永続化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三層分散保管に格納された、自分だけの軸と存在証明。消えないから、機能し続ける。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トキストレージ連携権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コーチとしてクライアントの軸を三層保管に格納する権利。コーチ経由の発注・納品フロー。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0712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永続認定証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認定そのものが三層に永続化。石英ガラスに刻まれた認定証。更新費用なし。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コーチ・コミュニティ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認定コーチ同士で対話事例・実践知を共有。孤独な実践ではなく、共に深め合う場。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組織と個人、両方に変容が起きる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EXPECTED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3832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IPAPGothic"/>
              </a:defRPr>
            </a:pPr>
            <a:r>
              <a:t>組織にとって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従業員の「軸」が明確になり、判断の質が上がる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理念と個人の軸が接続し、エンゲージメントが深まる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永続的な行動変容につながる研修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認定コーチが外にも価値を届け、組織のブランドに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AIに代替されない「問いを立てる力」を実装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2400E"/>
                </a:solidFill>
                <a:latin typeface="IPAPGothic"/>
              </a:defRPr>
            </a:pPr>
            <a:r>
              <a:t>個人にとって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「未来の自分の声」を聴き、自分だけの軸が見つかる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軸が三層に永続化され、日常の中で機能し続ける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タイムレスコーチ認定でキャリアの新しい選択肢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70+の思想エッセイ体系で9領域の知的基盤を得る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コミュニティの中で学び続けられる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「軸」を必要としている、すべての組織へ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経営者研修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経営幹部・次世代リーダーの「個人の軸」を言語化し、組織の理念と接続させたい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士業・コンサルファーム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顧問先に「財産の継承」だけでなく「軸の継承」まで提供したい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宗教法人・寺院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僧侶や職員が「問いを立てる人」として地域に価値を届ける力を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教育機関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教員が学生に「問いを立てる力」を伝え、軸を持つ人材を育成したい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医療・福祉法人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スタッフが「なぜこの仕事をするのか」の軸を持ちバーンアウトを防ぐ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7064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自治体・公共団体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地域の精神・創設の志を言語化し、人の寿命を超えて永続化したい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お問い合わせから研修実施・認定までの流れ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FLOW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9728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51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組織の課題、研修の目的、参加人数、スケジュールをヒアリング。最適なプログラム構成をご提案します。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83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導入担当者が先にタイムレスコンサルティングを体験。研修の価値を体感した上で、組織への展開を設計します。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56032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研修実施（半日〜1日）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参加者全員が「未来の自分との対話」を体験。軸の言語化までをワークショップ形式で進めます。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三層永続化・認定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参加者の軸を三層に永続化。全員にタイムレスコーチ永続認定証を発行します。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023359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フォローアップ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776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認定後のコミュニティ参加、活動サポート。組織全体の変容を継続的に見守ります。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人数・プログラム構成に応じた柔軟なお見積り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188720"/>
            <a:ext cx="6400800" cy="3200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36576" cy="320040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28016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9A962"/>
                </a:solidFill>
                <a:latin typeface="IPAPGothic"/>
              </a:defRPr>
            </a:pPr>
            <a:r>
              <a:t>CORPORATE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5544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IPAPGothic"/>
              </a:defRPr>
            </a:pPr>
            <a:r>
              <a:t>タイムレスコーチ 企業・団体導入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116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IPAPGothic"/>
              </a:defRPr>
            </a:pPr>
            <a:r>
              <a:t>参加人数・プログラム構成に応じてお見積り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参加者全員のタイムレスコーチ永続認定を含む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思想フレームワーク体系・対話メソッドの提供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17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参加者全員の軸の三層分散保管（石英ガラス×国立国会図書館×GitHub）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コーチ・コミュニティへの永続参加権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研修プログラムのカスタマイズ（半日〜複数日）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✓  事前ヒアリング・事後フォローアップを含む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※ 個人認定は ¥55,500/人（税込）。団体導入は人数に応じた特別価格をご提案します。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千年の視座で、あなたの組織の軸に向き合う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YOUR FACILITATOR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IPAPGothic"/>
              </a:defRPr>
            </a:pPr>
            <a:r>
              <a:t>佐藤卓也 — TokiStorage 代表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IPAPGothic"/>
              </a:defRPr>
            </a:pPr>
            <a:r>
              <a:t>元Big4ファーム    半導体エンジニアリング 20年+    自治会長（250世帯）    SoulCarrier主宰    70+思想エッセイ執筆    オフグリッド実証済み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594360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</a:defRPr>
            </a:pPr>
            <a: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18288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44568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IPAPGothic"/>
              </a:defRPr>
            </a:pPr>
            <a: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288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組織の課題と研修の目的をお聞かせください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4144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まず担当者がタイムレスコンサルティングを体験します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3580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プログラム設計・お見積り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017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人数・日数・カスタマイズ内容に応じたご提案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6301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研修実施・認定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6118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参加者全員の軸を言語化し、三層に永続化。全員を認定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　佐藤卓也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45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  <a:latin typeface="IPAPGothic"/>
              </a:defRPr>
            </a:pPr>
            <a:r>
              <a:t>Confidential /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本資料は、TokiStorage（佐藤卓也）がサービスご検討のために作成した資料です。</a:t>
            </a:r>
            <a:br/>
            <a:br/>
            <a:r>
              <a:t>本資料に含まれる情報は、現時点における見解および計画に基づくものであり、その正確性、完全性、または将来の結果を保証するものではありません。</a:t>
            </a:r>
            <a:br/>
            <a:br/>
            <a:r>
              <a:t>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© 2026 TokiStorage / 佐藤卓也.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645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